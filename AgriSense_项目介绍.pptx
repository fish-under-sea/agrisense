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377440"/>
            <a:ext cx="9875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SF Pro Display"/>
              </a:rPr>
              <a:t>AgriSense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6118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889999"/>
                </a:solidFill>
                <a:latin typeface="SF Pro Display"/>
              </a:rPr>
              <a:t>智能农业环境监控与决策系统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297680"/>
            <a:ext cx="32004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43484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6666"/>
                </a:solidFill>
                <a:latin typeface="SF Pro Text"/>
              </a:rPr>
              <a:t>传感器 · 视觉分析 · AI 决策 · 自动化控制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080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SF Pro Text"/>
              </a:rPr>
              <a:t>Python  ·  Flask  ·  TensorFlow  ·  OpenCV  ·  Flutter  ·  Raspberry 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44444"/>
                </a:solidFill>
                <a:latin typeface="SF Pro Text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D1D1F"/>
                </a:solidFill>
                <a:latin typeface="SF Pro Display"/>
              </a:rP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24128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  <a:latin typeface="SF Pro Text"/>
              </a:rPr>
              <a:t>AgriSense 是一款面向智能农业大棚的 AI 驱动型环境监控系统，融合传感器数据采集、计算机视觉分析和 LLM 智能决策，为农业生产提供从感知到行动的全链路闭环。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4068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7AE60"/>
                </a:solidFill>
                <a:latin typeface="SF Pro Text"/>
              </a:rPr>
              <a:t>实时感知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多传感器融合采集
温 / 湿 / 光 / CO₂
全天候环境监测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74519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5440680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71E3"/>
                </a:solidFill>
                <a:latin typeface="SF Pro Text"/>
              </a:rPr>
              <a:t>视觉智能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7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叶片病害自动识别
虫害与营养诊断
生长阶段测量追踪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97680"/>
            <a:ext cx="5440680" cy="502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E44AD"/>
                </a:solidFill>
                <a:latin typeface="SF Pro Text"/>
              </a:rPr>
              <a:t>AI 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规则引擎毫秒响应
LLM 智能综合顾问
多模型灵活切换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297680"/>
            <a:ext cx="54406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297680"/>
            <a:ext cx="544068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4622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7E22"/>
                </a:solidFill>
                <a:latin typeface="SF Pro Text"/>
              </a:rPr>
              <a:t>自动控制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8920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灌溉 / 补光 / 通风
遮阳联动执行
Web + 移动端操控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F Pro Display"/>
              </a:rP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25880"/>
            <a:ext cx="1828800" cy="4754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应用层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325880"/>
            <a:ext cx="8869680" cy="47548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41732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F Pro Text"/>
              </a:rPr>
              <a:t>Flutter 移动端  ·  Flask Web 端  ·  命令行界面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1828800" cy="4754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AI / 分析层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331720"/>
            <a:ext cx="8869680" cy="47548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42316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F Pro Text"/>
              </a:rPr>
              <a:t>TensorFlow CNN 作物分析  ·  OpenCV 视觉处理  ·  LLM 智能顾问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37560"/>
            <a:ext cx="1828800" cy="4754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决策 / 控制层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337560"/>
            <a:ext cx="8869680" cy="47548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342900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F Pro Text"/>
              </a:rPr>
              <a:t>规则引擎  ·  执行器控制 (GPIO)  ·  阈值告警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343400"/>
            <a:ext cx="1828800" cy="4754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数据采集层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343400"/>
            <a:ext cx="8869680" cy="47548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44348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F Pro Text"/>
              </a:rPr>
              <a:t>环境传感器 (BME680/SCD30)  ·  土壤湿度  ·  Picamera2 摄像头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49240"/>
            <a:ext cx="1828800" cy="4754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4406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硬件层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5349240"/>
            <a:ext cx="8869680" cy="475488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5440679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99"/>
                </a:solidFill>
                <a:latin typeface="SF Pro Text"/>
              </a:rPr>
              <a:t>Raspberry Pi 4B  ·  GPIO 扩展  ·  I2C 总线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SF Pro Display"/>
              </a:rPr>
              <a:t>传感器模块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657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65760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7AE60"/>
                </a:solidFill>
                <a:latin typeface="SF Pro Text"/>
              </a:rPr>
              <a:t>环境传感器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7190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D1D1F"/>
                </a:solidFill>
                <a:latin typeface="SF Pro Text"/>
              </a:rPr>
              <a:t>温度 · 湿度 · 气压
光照强度 (lux) · CO₂
VOC 指数 · PAR
露点计算 · 热应激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343400"/>
            <a:ext cx="3246120" cy="2743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F Pro Text"/>
              </a:rPr>
              <a:t>BME680 (I2C 0x76)
SCD30 (I2C 0x61)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657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71E3"/>
                </a:solidFill>
                <a:latin typeface="SF Pro Text"/>
              </a:rPr>
              <a:t>土壤传感器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7190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D1D1F"/>
                </a:solidFill>
                <a:latin typeface="SF Pro Text"/>
              </a:rPr>
              <a:t>3 点位土壤湿度监测
湿度百分比读取
阈值超限告警
干湿状态判断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4343400"/>
            <a:ext cx="3246120" cy="2743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F Pro Text"/>
              </a:rPr>
              <a:t>GPIO + ADC 扩展
土壤探头 ×3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65760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097280"/>
            <a:ext cx="3657600" cy="502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980B9"/>
                </a:solidFill>
                <a:latin typeface="SF Pro Text"/>
              </a:rPr>
              <a:t>摄像头模块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71907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D1D1F"/>
                </a:solidFill>
                <a:latin typeface="SF Pro Text"/>
              </a:rPr>
              <a:t>实时图像采集
多角度拍摄 · RGB 分析
红外图像支持
NDVI 指数计算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5048" y="4343400"/>
            <a:ext cx="3246120" cy="27432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4434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F Pro Text"/>
              </a:rPr>
              <a:t>Picamera2
OpenCV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F Pro Display"/>
              </a:rPr>
              <a:t>视觉分析模块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365760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3657600" cy="502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F Pro Text"/>
              </a:rPr>
              <a:t>叶片病害分析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392B"/>
                </a:solidFill>
                <a:latin typeface="SF Pro Text"/>
              </a:rPr>
              <a:t>OpenCV 颜色与形态分析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29968"/>
            <a:ext cx="324612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8 种常见病害识别
白粉病 · 霜霉病 · 叶斑病
炭疽病 · 早疫病 · 晚疫病
细菌性斑点 · 靶斑病
6 种营养缺乏诊断
5 种虫害检测
蚜虫 · 红蜘蛛 · 白粉虱
蓟马 · 介壳虫
综合健康评分输出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097280"/>
            <a:ext cx="365760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097280"/>
            <a:ext cx="3657600" cy="502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F Pro Text"/>
              </a:rPr>
              <a:t>CNN 作物分析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E44AD"/>
                </a:solidFill>
                <a:latin typeface="SF Pro Text"/>
              </a:rPr>
              <a:t>TensorFlow 深度学习 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8848" y="2029968"/>
            <a:ext cx="324612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10 种番茄病害识别
花叶病毒病 (TMV)
黄曲叶病毒病 (TYLCV)
叶霉病 · 脐腐病
Septoria 叶斑病
早疫病 · 晚疫病
细菌性斑点 · 靶斑病
白粉病 · 灰霉病
置信度评分输出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097280"/>
            <a:ext cx="3657600" cy="539496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097280"/>
            <a:ext cx="3657600" cy="50292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SF Pro Text"/>
              </a:rPr>
              <a:t>生长测量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66420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085"/>
                </a:solidFill>
                <a:latin typeface="SF Pro Text"/>
              </a:rPr>
              <a:t>OpenCV 轮廓检测与测量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5048" y="2029968"/>
            <a:ext cx="3246120" cy="27432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株高自动测量
冠幅宽度计算
叶面积指数 (LAI)
生长速度追踪
生长阶段自动判断
开花 / 结果阶段识别
生物量估算
NDVI 植被指数
时间序列趋势分析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SF Pro Display"/>
              </a:rPr>
              <a:t>AI 决策系统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789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SF Pro Text"/>
              </a:rPr>
              <a:t>双轨决策架构：规则引擎 + LLM 智能顾问，双重保障决策准确性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4068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4068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7AE60"/>
                </a:solidFill>
                <a:latin typeface="SF Pro Text"/>
              </a:rPr>
              <a:t>规则引擎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基于阈值的毫秒级响应
温度告警范围  18°C ~ 32°C
湿度告警范围  45% ~ 75%
土壤湿度范围  35% ~ 65%
光照阈值  &lt; 500 lux 触发补光
CO₂ 阈值  &gt; 800 ppm 触发通风
自动联动执行器
即时告警通知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691640"/>
            <a:ext cx="544068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691640"/>
            <a:ext cx="5440680" cy="5029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8E44AD"/>
                </a:solidFill>
                <a:latin typeface="SF Pro Text"/>
              </a:rPr>
              <a:t>LLM 智能顾问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SF Pro Text"/>
              </a:rPr>
              <a:t>多模型灵活切换
Gemma 4  (Ollama · 本地部署)
GPT-4o-mini  (OpenAI · 云端)
Qwen 3.5 9B  (Ollama · 本地)
自然语言诊断建议
综合环境 + 视觉数据
农事操作指导
对话式交互咨询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F Pro Display"/>
              </a:rPr>
              <a:t>自动化控制系统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406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2103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173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F Pro Display"/>
              </a:rPr>
              <a:t>灌溉系统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980B9"/>
                </a:solidFill>
                <a:latin typeface="SF Pro Text"/>
              </a:rPr>
              <a:t>GPIO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SF Pro Text"/>
              </a:rPr>
              <a:t>继电器控制电磁阀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触发: 土壤湿度 &lt; 35% 自动开启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280160"/>
            <a:ext cx="54406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280160"/>
            <a:ext cx="54864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1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F Pro Display"/>
              </a:rPr>
              <a:t>补光系统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  <a:latin typeface="SF Pro Text"/>
              </a:rPr>
              <a:t>GPIO 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SF Pro Text"/>
              </a:rPr>
              <a:t>LED 植物生长灯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触发: 光照 &lt; 500 lux 开启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54406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4864" cy="2103120"/>
          </a:xfrm>
          <a:prstGeom prst="rect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F Pro Display"/>
              </a:rPr>
              <a:t>通风系统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SF Pro Text"/>
              </a:rPr>
              <a:t>GPIO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SF Pro Text"/>
              </a:rPr>
              <a:t>排气风扇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937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触发: 温度 &gt; 32°C 或 CO₂ &gt; 800ppm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3657600"/>
            <a:ext cx="5440680" cy="2103120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3657600"/>
            <a:ext cx="54864" cy="2103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F Pro Display"/>
              </a:rPr>
              <a:t>遮阳系统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392B"/>
                </a:solidFill>
                <a:latin typeface="SF Pro Text"/>
              </a:rPr>
              <a:t>GPIO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SF Pro Text"/>
              </a:rPr>
              <a:t>遮阳网电机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37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2E2E7"/>
                </a:solidFill>
                <a:latin typeface="SF Pro Text"/>
              </a:rPr>
              <a:t>触发: 温度 &gt; 30°C + 光照过强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D1D1F"/>
                </a:solidFill>
                <a:latin typeface="SF Pro Display"/>
              </a:rPr>
              <a:t>Web 与移动端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2743200" cy="36576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406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40680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16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7AE60"/>
                </a:solidFill>
                <a:latin typeface="SF Pro Text"/>
              </a:rPr>
              <a:t>Flask Web 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F Pro Text"/>
              </a:rPr>
              <a:t>http://localhost:5000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SF Pro Text"/>
              </a:rPr>
              <a:t>仪表盘  ·  实时数据总览
控制器  ·  设备开关管理
模拟器  ·  测试数据生成
移动端  ·  自适应布局
API 接口:
  GET  /api/sensors/all
  GET  /api/sensors/environment
  GET  /api/sensors/soil
  GET  /api/vision/leaf
  GET  /api/decisions
  POST /api/actuators/&lt;device&gt;/control
  POST /api/ai/chat
  POST /api/snapshot/upload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1072" y="1097280"/>
            <a:ext cx="54406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91072" y="1097280"/>
            <a:ext cx="5440680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161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071E3"/>
                </a:solidFill>
                <a:latin typeface="SF Pro Text"/>
              </a:rPr>
              <a:t>Flutter 移动应用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64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SF Pro Text"/>
              </a:rPr>
              <a:t>iOS + Android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1D1F"/>
                </a:solidFill>
                <a:latin typeface="SF Pro Text"/>
              </a:rPr>
              <a:t>跨平台  ·  iOS + Android
认证系统  ·  登录 / 注册
数据仪表盘  ·  实时数据
拍照上传  ·  一键诊断
告警通知  ·  及时推送
设备控制  ·  远程开关
AI 助手  ·  智能对话咨询
技术栈:
  Flutter + Dart
  Provider 状态管理
  HTTP 网络请求
  相机插件集成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789920" y="320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SF Pro Text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F Pro Display"/>
              </a:rPr>
              <a:t>项目总结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274320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全栈技术栈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435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Python · Flask · TensorFlow · OpenCV · Flutter · Raspberry Pi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闭环系统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305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感知 → 分析 → 决策 → 执行 → 反馈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60904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双轨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254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规则引擎（毫秒响应）+ LLM 顾问（智能综合）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55848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02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视觉智能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20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10+ 病害识别 · 虫害检测 · 生长测量 · NDVI 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050791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970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全面感知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15383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温 / 湿 / 光 / CO₂ / 土壤 / 图像 多源数据融合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745736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自动化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910327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灌溉 / 补光 / 通风 / 遮阳 全自动联动控制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440679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86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1E3"/>
                </a:solidFill>
                <a:latin typeface="SF Pro Text"/>
              </a:rPr>
              <a:t>随时随地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0527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E2E7"/>
                </a:solidFill>
                <a:latin typeface="SF Pro Text"/>
              </a:rPr>
              <a:t>Web 仪表盘 + Flutter 移动端 双端访问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6263640"/>
            <a:ext cx="10789920" cy="27432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55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SF Pro Text"/>
              </a:rPr>
              <a:t>MIT License  ·  欢迎参与贡献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